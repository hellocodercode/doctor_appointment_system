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 Semi Bold" panose="020B0604020202020204" charset="0"/>
      <p:regular r:id="rId13"/>
    </p:embeddedFont>
    <p:embeddedFont>
      <p:font typeface="Inter Medium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497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6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4546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Doctor Appointment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50318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Django-Based Appointment &amp; Queue Management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1212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[Your Name] | [College Name] | [Date]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39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96916"/>
            <a:ext cx="4205168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Healthcare systems face increasing demand for efficient patient management. Digital appointment systems transform traditional manual processes into streamlined, automated workflows that benefit both medical staff and patients.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741307"/>
            <a:ext cx="4205168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These systems eliminate paper-based scheduling, reduce administrative burden, and provide real-time visibility into appointment availability. For patients, digital booking means convenience, transparency, and better time management.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81" y="2327434"/>
            <a:ext cx="8284131" cy="462367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6C08CAA-A019-7C4F-AFE2-4B4CEBD7E19F}"/>
              </a:ext>
            </a:extLst>
          </p:cNvPr>
          <p:cNvSpPr/>
          <p:nvPr/>
        </p:nvSpPr>
        <p:spPr>
          <a:xfrm>
            <a:off x="12861758" y="7688179"/>
            <a:ext cx="1768642" cy="5053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79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70334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670334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9276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Long Waiting Times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418046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Hospitals and clinics experience extended patient queues, leading to frustration and reduced satisfaction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670334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670334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927628"/>
            <a:ext cx="41459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Manual Appointment Handling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418046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Paper-based systems create errors, double bookings, and scheduling conflicts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990862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990862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248156"/>
            <a:ext cx="36030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Absence of Queue System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738574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 structured token or numbering system causes chaos and confusion in waiting areas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990862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990862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248156"/>
            <a:ext cx="31239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Disconnected Updates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738574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Patients receive no real-time notifications about appointment status or time changes</a:t>
            </a:r>
            <a:endParaRPr lang="en-US" sz="17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C08CAA-A019-7C4F-AFE2-4B4CEBD7E19F}"/>
              </a:ext>
            </a:extLst>
          </p:cNvPr>
          <p:cNvSpPr/>
          <p:nvPr/>
        </p:nvSpPr>
        <p:spPr>
          <a:xfrm>
            <a:off x="12694996" y="7712242"/>
            <a:ext cx="1768642" cy="5053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2807" y="1061204"/>
            <a:ext cx="3948589" cy="49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Our Solution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552807" y="1719620"/>
            <a:ext cx="803838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comprehensive web-based Doctor Appointment System that automates scheduling, manages patient flow, and provides real-time communication between healthcare providers and patients.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807" y="2271951"/>
            <a:ext cx="394811" cy="39481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2807" y="2804160"/>
            <a:ext cx="1987748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Web-Based Platform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52807" y="3116818"/>
            <a:ext cx="8038386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Accessible from any device with internet connectivity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807" y="3551039"/>
            <a:ext cx="394811" cy="39481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2807" y="4083248"/>
            <a:ext cx="2335887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Availability Management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52807" y="4395907"/>
            <a:ext cx="8038386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Doctors set schedules and patient capacity limits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2807" y="4830128"/>
            <a:ext cx="394811" cy="39481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2807" y="5362337"/>
            <a:ext cx="2006441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Smart Queue System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52807" y="5674995"/>
            <a:ext cx="8038386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Automatic token generation and waiting time calculations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2807" y="6109216"/>
            <a:ext cx="394811" cy="39481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52807" y="6641425"/>
            <a:ext cx="1974294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Email Notifications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552807" y="6954083"/>
            <a:ext cx="8038386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Instant confirmation and status updates delivered to patients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4916" y="876419"/>
            <a:ext cx="4405908" cy="55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System Features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1234916" y="1701046"/>
            <a:ext cx="3962162" cy="1876187"/>
          </a:xfrm>
          <a:prstGeom prst="roundRect">
            <a:avLst>
              <a:gd name="adj" fmla="val 1409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1411129" y="1877258"/>
            <a:ext cx="528638" cy="528638"/>
          </a:xfrm>
          <a:prstGeom prst="roundRect">
            <a:avLst>
              <a:gd name="adj" fmla="val 17295551"/>
            </a:avLst>
          </a:prstGeom>
          <a:solidFill>
            <a:srgbClr val="1C977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6504" y="2022515"/>
            <a:ext cx="237887" cy="2378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1129" y="2542818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Token-Based Queue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11129" y="2900243"/>
            <a:ext cx="3609737" cy="500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Automatic numbering system with real-time position tracking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334000" y="1701046"/>
            <a:ext cx="3962281" cy="1876187"/>
          </a:xfrm>
          <a:prstGeom prst="roundRect">
            <a:avLst>
              <a:gd name="adj" fmla="val 1409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5510212" y="1877258"/>
            <a:ext cx="528638" cy="528638"/>
          </a:xfrm>
          <a:prstGeom prst="roundRect">
            <a:avLst>
              <a:gd name="adj" fmla="val 17295551"/>
            </a:avLst>
          </a:prstGeom>
          <a:solidFill>
            <a:srgbClr val="1C977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5588" y="2022515"/>
            <a:ext cx="237887" cy="2378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10212" y="2542818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Time Estimation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510212" y="2900243"/>
            <a:ext cx="3609856" cy="500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Calculates approximate waiting time based on doctor's schedule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9433203" y="1701046"/>
            <a:ext cx="3962281" cy="1876187"/>
          </a:xfrm>
          <a:prstGeom prst="roundRect">
            <a:avLst>
              <a:gd name="adj" fmla="val 1409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9609415" y="1877258"/>
            <a:ext cx="528638" cy="528638"/>
          </a:xfrm>
          <a:prstGeom prst="roundRect">
            <a:avLst>
              <a:gd name="adj" fmla="val 17295551"/>
            </a:avLst>
          </a:prstGeom>
          <a:solidFill>
            <a:srgbClr val="1C977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791" y="2022515"/>
            <a:ext cx="237887" cy="2378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9415" y="2542818"/>
            <a:ext cx="2392561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Availability Scheduling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9609415" y="2900243"/>
            <a:ext cx="3609856" cy="500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Doctors set working hours, departments, and patient limits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1234916" y="3714155"/>
            <a:ext cx="3962162" cy="1876187"/>
          </a:xfrm>
          <a:prstGeom prst="roundRect">
            <a:avLst>
              <a:gd name="adj" fmla="val 1409"/>
            </a:avLst>
          </a:prstGeom>
          <a:solidFill>
            <a:srgbClr val="F2EEEE"/>
          </a:solidFill>
          <a:ln/>
        </p:spPr>
      </p:sp>
      <p:sp>
        <p:nvSpPr>
          <p:cNvPr id="19" name="Shape 14"/>
          <p:cNvSpPr/>
          <p:nvPr/>
        </p:nvSpPr>
        <p:spPr>
          <a:xfrm>
            <a:off x="1411129" y="3890367"/>
            <a:ext cx="528638" cy="528638"/>
          </a:xfrm>
          <a:prstGeom prst="roundRect">
            <a:avLst>
              <a:gd name="adj" fmla="val 17295551"/>
            </a:avLst>
          </a:prstGeom>
          <a:solidFill>
            <a:srgbClr val="1C977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56504" y="4035623"/>
            <a:ext cx="237887" cy="23788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1129" y="4555927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Role-Based Access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411129" y="4913352"/>
            <a:ext cx="3609737" cy="500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Separate dashboards for doctors and patients with appropriate permissions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5334000" y="3714155"/>
            <a:ext cx="3962281" cy="1876187"/>
          </a:xfrm>
          <a:prstGeom prst="roundRect">
            <a:avLst>
              <a:gd name="adj" fmla="val 1409"/>
            </a:avLst>
          </a:prstGeom>
          <a:solidFill>
            <a:srgbClr val="F2EEEE"/>
          </a:solidFill>
          <a:ln/>
        </p:spPr>
      </p:sp>
      <p:sp>
        <p:nvSpPr>
          <p:cNvPr id="24" name="Shape 18"/>
          <p:cNvSpPr/>
          <p:nvPr/>
        </p:nvSpPr>
        <p:spPr>
          <a:xfrm>
            <a:off x="5510212" y="3890367"/>
            <a:ext cx="528638" cy="528638"/>
          </a:xfrm>
          <a:prstGeom prst="roundRect">
            <a:avLst>
              <a:gd name="adj" fmla="val 17295551"/>
            </a:avLst>
          </a:prstGeom>
          <a:solidFill>
            <a:srgbClr val="1C9770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55588" y="4035623"/>
            <a:ext cx="237887" cy="23788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510212" y="4555927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Email Alerts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5510212" y="4913352"/>
            <a:ext cx="3609856" cy="500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Instant notifications for bookings, cancellations, and status changes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9433203" y="3714155"/>
            <a:ext cx="3962281" cy="1876187"/>
          </a:xfrm>
          <a:prstGeom prst="roundRect">
            <a:avLst>
              <a:gd name="adj" fmla="val 1409"/>
            </a:avLst>
          </a:prstGeom>
          <a:solidFill>
            <a:srgbClr val="F2EEEE"/>
          </a:solidFill>
          <a:ln/>
        </p:spPr>
      </p:sp>
      <p:sp>
        <p:nvSpPr>
          <p:cNvPr id="29" name="Shape 22"/>
          <p:cNvSpPr/>
          <p:nvPr/>
        </p:nvSpPr>
        <p:spPr>
          <a:xfrm>
            <a:off x="9609415" y="3890367"/>
            <a:ext cx="528638" cy="528638"/>
          </a:xfrm>
          <a:prstGeom prst="roundRect">
            <a:avLst>
              <a:gd name="adj" fmla="val 17295551"/>
            </a:avLst>
          </a:prstGeom>
          <a:solidFill>
            <a:srgbClr val="1C9770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754791" y="4035623"/>
            <a:ext cx="237887" cy="23788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609415" y="4555927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PDF Confirmations</a:t>
            </a:r>
            <a:endParaRPr lang="en-US" sz="1700" dirty="0"/>
          </a:p>
        </p:txBody>
      </p:sp>
      <p:sp>
        <p:nvSpPr>
          <p:cNvPr id="32" name="Text 24"/>
          <p:cNvSpPr/>
          <p:nvPr/>
        </p:nvSpPr>
        <p:spPr>
          <a:xfrm>
            <a:off x="9609415" y="4913352"/>
            <a:ext cx="3609856" cy="500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Downloadable appointment tickets with all relevant details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1234916" y="5727263"/>
            <a:ext cx="12160568" cy="1625798"/>
          </a:xfrm>
          <a:prstGeom prst="roundRect">
            <a:avLst>
              <a:gd name="adj" fmla="val 1626"/>
            </a:avLst>
          </a:prstGeom>
          <a:solidFill>
            <a:srgbClr val="F2EEEE"/>
          </a:solidFill>
          <a:ln/>
        </p:spPr>
      </p:sp>
      <p:sp>
        <p:nvSpPr>
          <p:cNvPr id="34" name="Shape 26"/>
          <p:cNvSpPr/>
          <p:nvPr/>
        </p:nvSpPr>
        <p:spPr>
          <a:xfrm>
            <a:off x="1411129" y="5903476"/>
            <a:ext cx="528638" cy="528638"/>
          </a:xfrm>
          <a:prstGeom prst="roundRect">
            <a:avLst>
              <a:gd name="adj" fmla="val 17295551"/>
            </a:avLst>
          </a:prstGeom>
          <a:solidFill>
            <a:srgbClr val="1C9770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56504" y="6048732"/>
            <a:ext cx="237887" cy="237887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411129" y="6569035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Booking History</a:t>
            </a:r>
            <a:endParaRPr lang="en-US" sz="1700" dirty="0"/>
          </a:p>
        </p:txBody>
      </p:sp>
      <p:sp>
        <p:nvSpPr>
          <p:cNvPr id="37" name="Text 28"/>
          <p:cNvSpPr/>
          <p:nvPr/>
        </p:nvSpPr>
        <p:spPr>
          <a:xfrm>
            <a:off x="1411129" y="6926461"/>
            <a:ext cx="11808143" cy="25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Complete record of past and upcoming appointments</a:t>
            </a:r>
            <a:endParaRPr lang="en-US" sz="135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C08CAA-A019-7C4F-AFE2-4B4CEBD7E19F}"/>
              </a:ext>
            </a:extLst>
          </p:cNvPr>
          <p:cNvSpPr/>
          <p:nvPr/>
        </p:nvSpPr>
        <p:spPr>
          <a:xfrm>
            <a:off x="12813632" y="7724274"/>
            <a:ext cx="1768642" cy="5053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250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Doctor Module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2282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Capabilities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2809399"/>
            <a:ext cx="4205168" cy="438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Create availability slots by time and department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Set average consultation duration per patient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View and manage all patient bookings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Update appointment status in real-time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Access patient history and details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Modify schedule based on emergencies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577" y="719376"/>
            <a:ext cx="4577239" cy="572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Patient Module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77" y="1586984"/>
            <a:ext cx="915353" cy="10984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61686" y="1769983"/>
            <a:ext cx="2288619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Browse Availability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061686" y="2144554"/>
            <a:ext cx="11570018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View available dates and doctor schedules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77" y="2685455"/>
            <a:ext cx="915353" cy="10984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61686" y="2868454"/>
            <a:ext cx="2288619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Book Appointment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2061686" y="3243024"/>
            <a:ext cx="11570018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Select date, time, and department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77" y="3783925"/>
            <a:ext cx="915353" cy="10984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61686" y="3966924"/>
            <a:ext cx="2288619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Receive Token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2061686" y="4341495"/>
            <a:ext cx="11570018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Get unique token number and estimated time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577" y="4882396"/>
            <a:ext cx="915353" cy="10984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61686" y="5065395"/>
            <a:ext cx="2288619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Download PDF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2061686" y="5439966"/>
            <a:ext cx="11570018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Save appointment confirmation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577" y="5980867"/>
            <a:ext cx="915353" cy="109847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61686" y="6163866"/>
            <a:ext cx="2288619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Visit Clinic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2061686" y="6538436"/>
            <a:ext cx="11570018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Arrive at scheduled time with token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998577" y="7245548"/>
            <a:ext cx="12633127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Patients can also view complete appointment history, cancel bookings, and receive email reminders before consultations.</a:t>
            </a:r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C08CAA-A019-7C4F-AFE2-4B4CEBD7E19F}"/>
              </a:ext>
            </a:extLst>
          </p:cNvPr>
          <p:cNvSpPr/>
          <p:nvPr/>
        </p:nvSpPr>
        <p:spPr>
          <a:xfrm>
            <a:off x="12849726" y="7610838"/>
            <a:ext cx="1768642" cy="5053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666" y="644723"/>
            <a:ext cx="5419725" cy="67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System Workflow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8666" y="1736527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666" y="2074545"/>
            <a:ext cx="6452949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5" name="Text 3"/>
          <p:cNvSpPr/>
          <p:nvPr/>
        </p:nvSpPr>
        <p:spPr>
          <a:xfrm>
            <a:off x="758666" y="2243852"/>
            <a:ext cx="3214449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Doctor creates schedule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8666" y="2706886"/>
            <a:ext cx="645294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Define availability, set patient capacity, and specify consultation duration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18784" y="1736527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18784" y="2074545"/>
            <a:ext cx="6452949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9" name="Text 7"/>
          <p:cNvSpPr/>
          <p:nvPr/>
        </p:nvSpPr>
        <p:spPr>
          <a:xfrm>
            <a:off x="7418784" y="2243852"/>
            <a:ext cx="3560088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Patient books appointment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418784" y="2706886"/>
            <a:ext cx="645294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Choose available slot, select department, and confirm booking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8666" y="3754993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8666" y="4093012"/>
            <a:ext cx="6452949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3" name="Text 11"/>
          <p:cNvSpPr/>
          <p:nvPr/>
        </p:nvSpPr>
        <p:spPr>
          <a:xfrm>
            <a:off x="758666" y="4262318"/>
            <a:ext cx="3083004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Token number assigned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58666" y="4725353"/>
            <a:ext cx="645294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System generates unique token based on appointment sequence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18784" y="3754993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18784" y="4093012"/>
            <a:ext cx="6452949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7" name="Text 15"/>
          <p:cNvSpPr/>
          <p:nvPr/>
        </p:nvSpPr>
        <p:spPr>
          <a:xfrm>
            <a:off x="7418784" y="4262318"/>
            <a:ext cx="3436858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Estimated time calculated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418784" y="4725353"/>
            <a:ext cx="645294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System computes waiting time based on doctor's average minutes per patient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58666" y="5773460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58666" y="6111478"/>
            <a:ext cx="6452949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1" name="Text 19"/>
          <p:cNvSpPr/>
          <p:nvPr/>
        </p:nvSpPr>
        <p:spPr>
          <a:xfrm>
            <a:off x="758666" y="6280785"/>
            <a:ext cx="3098244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Email confirmation sent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58666" y="6743819"/>
            <a:ext cx="645294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Patient receives instant notification with token, time, and location details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18784" y="5773460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06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418784" y="6111478"/>
            <a:ext cx="6452949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5" name="Text 23"/>
          <p:cNvSpPr/>
          <p:nvPr/>
        </p:nvSpPr>
        <p:spPr>
          <a:xfrm>
            <a:off x="7418784" y="6280785"/>
            <a:ext cx="3760232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Patient visits based on token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418784" y="6743819"/>
            <a:ext cx="6452949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Arrive at clinic, check in using token, and wait for consultation</a:t>
            </a:r>
            <a:endParaRPr lang="en-US" sz="17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C08CAA-A019-7C4F-AFE2-4B4CEBD7E19F}"/>
              </a:ext>
            </a:extLst>
          </p:cNvPr>
          <p:cNvSpPr/>
          <p:nvPr/>
        </p:nvSpPr>
        <p:spPr>
          <a:xfrm>
            <a:off x="12759489" y="7645455"/>
            <a:ext cx="1768642" cy="5053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543" y="581025"/>
            <a:ext cx="5168146" cy="646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Technology Stack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3543" y="1847374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Backend Framework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23543" y="2358628"/>
            <a:ext cx="8392597" cy="631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Django (Python)</a:t>
            </a: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- Robust web framework for rapid development with built-in security features and ORM support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3543" y="3178969"/>
            <a:ext cx="2824520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Frontend Technologies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23543" y="3690223"/>
            <a:ext cx="8392597" cy="631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HTML, CSS, JavaScript</a:t>
            </a: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- Clean, responsive interface with modern styling and interactive elements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3543" y="4510564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Database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23543" y="5021818"/>
            <a:ext cx="8392597" cy="631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SQLite</a:t>
            </a: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- Lightweight database engine for storing appointments, user data, and booking history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3543" y="5842159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Additional Libraries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23543" y="6353413"/>
            <a:ext cx="8392597" cy="1079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Pillow for image processing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SMTP for email notifications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ReportLab for PDF generation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108" y="1721525"/>
            <a:ext cx="4286250" cy="5715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6C08CAA-A019-7C4F-AFE2-4B4CEBD7E19F}"/>
              </a:ext>
            </a:extLst>
          </p:cNvPr>
          <p:cNvSpPr/>
          <p:nvPr/>
        </p:nvSpPr>
        <p:spPr>
          <a:xfrm>
            <a:off x="12735427" y="7724274"/>
            <a:ext cx="1768642" cy="5053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2943" y="1258491"/>
            <a:ext cx="5377220" cy="513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642943" y="2070021"/>
            <a:ext cx="2466142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Benefits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642943" y="2599492"/>
            <a:ext cx="82153" cy="82153"/>
          </a:xfrm>
          <a:prstGeom prst="roundRect">
            <a:avLst>
              <a:gd name="adj" fmla="val 556523"/>
            </a:avLst>
          </a:prstGeom>
          <a:solidFill>
            <a:srgbClr val="1C9770"/>
          </a:solidFill>
          <a:ln/>
        </p:spPr>
      </p:sp>
      <p:sp>
        <p:nvSpPr>
          <p:cNvPr id="5" name="Text 3"/>
          <p:cNvSpPr/>
          <p:nvPr/>
        </p:nvSpPr>
        <p:spPr>
          <a:xfrm>
            <a:off x="1844159" y="2512219"/>
            <a:ext cx="214717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Reduced waiting time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44159" y="2888099"/>
            <a:ext cx="52704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Token system and time estimation minimize patient waiting periods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642943" y="3440430"/>
            <a:ext cx="82153" cy="82153"/>
          </a:xfrm>
          <a:prstGeom prst="roundRect">
            <a:avLst>
              <a:gd name="adj" fmla="val 556523"/>
            </a:avLst>
          </a:prstGeom>
          <a:solidFill>
            <a:srgbClr val="1C9770"/>
          </a:solidFill>
          <a:ln/>
        </p:spPr>
      </p:sp>
      <p:sp>
        <p:nvSpPr>
          <p:cNvPr id="8" name="Text 6"/>
          <p:cNvSpPr/>
          <p:nvPr/>
        </p:nvSpPr>
        <p:spPr>
          <a:xfrm>
            <a:off x="1844159" y="3353157"/>
            <a:ext cx="2055138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Improved efficiency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44159" y="3729038"/>
            <a:ext cx="52704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Automated scheduling reduces administrative workload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642943" y="4281368"/>
            <a:ext cx="82153" cy="82153"/>
          </a:xfrm>
          <a:prstGeom prst="roundRect">
            <a:avLst>
              <a:gd name="adj" fmla="val 556523"/>
            </a:avLst>
          </a:prstGeom>
          <a:solidFill>
            <a:srgbClr val="1C9770"/>
          </a:solidFill>
          <a:ln/>
        </p:spPr>
      </p:sp>
      <p:sp>
        <p:nvSpPr>
          <p:cNvPr id="11" name="Text 9"/>
          <p:cNvSpPr/>
          <p:nvPr/>
        </p:nvSpPr>
        <p:spPr>
          <a:xfrm>
            <a:off x="1844159" y="4194096"/>
            <a:ext cx="2552819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Better patient experience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44159" y="4569976"/>
            <a:ext cx="52704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Real-time updates and clear expectations enhance satisfaction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523202" y="2070021"/>
            <a:ext cx="2618780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Future Enhancements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523202" y="2599492"/>
            <a:ext cx="82153" cy="82153"/>
          </a:xfrm>
          <a:prstGeom prst="roundRect">
            <a:avLst>
              <a:gd name="adj" fmla="val 556523"/>
            </a:avLst>
          </a:prstGeom>
          <a:solidFill>
            <a:srgbClr val="1C9770"/>
          </a:solidFill>
          <a:ln/>
        </p:spPr>
      </p:sp>
      <p:sp>
        <p:nvSpPr>
          <p:cNvPr id="15" name="Text 13"/>
          <p:cNvSpPr/>
          <p:nvPr/>
        </p:nvSpPr>
        <p:spPr>
          <a:xfrm>
            <a:off x="7724418" y="2512219"/>
            <a:ext cx="2055138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Online payments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24418" y="2888099"/>
            <a:ext cx="52704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Integrate payment gateway for consultation fees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23202" y="3440430"/>
            <a:ext cx="82153" cy="82153"/>
          </a:xfrm>
          <a:prstGeom prst="roundRect">
            <a:avLst>
              <a:gd name="adj" fmla="val 556523"/>
            </a:avLst>
          </a:prstGeom>
          <a:solidFill>
            <a:srgbClr val="1C9770"/>
          </a:solidFill>
          <a:ln/>
        </p:spPr>
      </p:sp>
      <p:sp>
        <p:nvSpPr>
          <p:cNvPr id="18" name="Text 16"/>
          <p:cNvSpPr/>
          <p:nvPr/>
        </p:nvSpPr>
        <p:spPr>
          <a:xfrm>
            <a:off x="7724418" y="3353157"/>
            <a:ext cx="2055138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Mobile application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24418" y="3729038"/>
            <a:ext cx="52704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Develop iOS and Android apps for on-the-go access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23202" y="4281368"/>
            <a:ext cx="82153" cy="82153"/>
          </a:xfrm>
          <a:prstGeom prst="roundRect">
            <a:avLst>
              <a:gd name="adj" fmla="val 556523"/>
            </a:avLst>
          </a:prstGeom>
          <a:solidFill>
            <a:srgbClr val="1C9770"/>
          </a:solidFill>
          <a:ln/>
        </p:spPr>
      </p:sp>
      <p:sp>
        <p:nvSpPr>
          <p:cNvPr id="21" name="Text 19"/>
          <p:cNvSpPr/>
          <p:nvPr/>
        </p:nvSpPr>
        <p:spPr>
          <a:xfrm>
            <a:off x="7724418" y="4194096"/>
            <a:ext cx="2055138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Analytics dashboard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24418" y="4569976"/>
            <a:ext cx="52704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Generate reports on patient flow and doctor performance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642943" y="5147098"/>
            <a:ext cx="11344394" cy="28099"/>
          </a:xfrm>
          <a:prstGeom prst="rect">
            <a:avLst/>
          </a:prstGeom>
          <a:solidFill>
            <a:srgbClr val="464646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642943" y="5353883"/>
            <a:ext cx="8220551" cy="1027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50"/>
              </a:lnSpc>
              <a:buNone/>
            </a:pPr>
            <a:r>
              <a:rPr lang="en-US" sz="6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Thank You</a:t>
            </a:r>
            <a:endParaRPr lang="en-US" sz="6450" dirty="0"/>
          </a:p>
        </p:txBody>
      </p:sp>
      <p:sp>
        <p:nvSpPr>
          <p:cNvPr id="25" name="Text 23"/>
          <p:cNvSpPr/>
          <p:nvPr/>
        </p:nvSpPr>
        <p:spPr>
          <a:xfrm>
            <a:off x="1642943" y="6560106"/>
            <a:ext cx="3288149" cy="411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Questions?</a:t>
            </a:r>
            <a:endParaRPr lang="en-US" sz="25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C08CAA-A019-7C4F-AFE2-4B4CEBD7E19F}"/>
              </a:ext>
            </a:extLst>
          </p:cNvPr>
          <p:cNvSpPr/>
          <p:nvPr/>
        </p:nvSpPr>
        <p:spPr>
          <a:xfrm>
            <a:off x="12861758" y="7691477"/>
            <a:ext cx="1768642" cy="5053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625</Words>
  <Application>Microsoft Office PowerPoint</Application>
  <PresentationFormat>Custom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DM Sans Semi Bold</vt:lpstr>
      <vt:lpstr>DM Sans Light</vt:lpstr>
      <vt:lpstr>Inter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Ashwini Sahoo</cp:lastModifiedBy>
  <cp:revision>2</cp:revision>
  <dcterms:created xsi:type="dcterms:W3CDTF">2026-03-22T11:14:57Z</dcterms:created>
  <dcterms:modified xsi:type="dcterms:W3CDTF">2026-03-22T11:16:43Z</dcterms:modified>
</cp:coreProperties>
</file>